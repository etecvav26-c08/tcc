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601200" cy="128016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3026520"/>
            <a:ext cx="8160480" cy="259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60120">
              <a:lnSpc>
                <a:spcPct val="90000"/>
              </a:lnSpc>
              <a:buNone/>
              <a:tabLst>
                <a:tab pos="0" algn="l"/>
              </a:tabLst>
            </a:pPr>
            <a:endParaRPr lang="pt-BR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1200240" y="8040600"/>
            <a:ext cx="720036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A22D3D-80D7-4378-B3FF-35E7877193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0000" y="3026520"/>
            <a:ext cx="8160480" cy="259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60120">
              <a:lnSpc>
                <a:spcPct val="90000"/>
              </a:lnSpc>
              <a:buNone/>
              <a:tabLst>
                <a:tab pos="0" algn="l"/>
              </a:tabLst>
              <a:defRPr lang="pt-BR" sz="6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6012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formato do texto do título</a:t>
            </a:r>
            <a:endParaRPr lang="pt-BR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180240" y="11865240"/>
            <a:ext cx="3239640" cy="68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6780960" y="11865240"/>
            <a:ext cx="2159640" cy="68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075320">
              <a:lnSpc>
                <a:spcPct val="100000"/>
              </a:lnSpc>
              <a:buNone/>
              <a:tabLst>
                <a:tab pos="0" algn="l"/>
              </a:tabLst>
              <a:defRPr lang="pt-BR" sz="126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075320">
              <a:lnSpc>
                <a:spcPct val="100000"/>
              </a:lnSpc>
              <a:buNone/>
              <a:tabLst>
                <a:tab pos="0" algn="l"/>
              </a:tabLst>
            </a:pPr>
            <a:fld id="{F987A815-FC09-4932-8FFC-19129223E433}" type="slidenum">
              <a:rPr lang="pt-BR" sz="126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660240" y="11865240"/>
            <a:ext cx="2159640" cy="68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4"/>
          <p:cNvSpPr/>
          <p:nvPr/>
        </p:nvSpPr>
        <p:spPr>
          <a:xfrm>
            <a:off x="434160" y="540000"/>
            <a:ext cx="8467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10753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Verdana"/>
              </a:rPr>
              <a:t>SISTEMA WEB PARA GESTÃO ACADÊMICA E INTERAÇÃO ENTRE ALUNOS E PROFESSORES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CaixaDeTexto 9"/>
          <p:cNvSpPr/>
          <p:nvPr/>
        </p:nvSpPr>
        <p:spPr>
          <a:xfrm>
            <a:off x="110880" y="8820000"/>
            <a:ext cx="20491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1075320">
              <a:lnSpc>
                <a:spcPct val="100000"/>
              </a:lnSpc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Guilherme Rodrigues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1075320">
              <a:lnSpc>
                <a:spcPct val="100000"/>
              </a:lnSpc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Gustavo Antônio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1075320">
              <a:lnSpc>
                <a:spcPct val="100000"/>
              </a:lnSpc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Pedro Biano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CaixaDeTexto 10"/>
          <p:cNvSpPr/>
          <p:nvPr/>
        </p:nvSpPr>
        <p:spPr>
          <a:xfrm>
            <a:off x="7560000" y="8811720"/>
            <a:ext cx="20113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10753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1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Orientador(es): Prof. Ronildo Aparecido Ferreira e Prof.ª Luciana Ferreira Batista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CaixaDeTexto 12"/>
          <p:cNvSpPr/>
          <p:nvPr/>
        </p:nvSpPr>
        <p:spPr>
          <a:xfrm>
            <a:off x="237600" y="9359280"/>
            <a:ext cx="912204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pt-BR" sz="2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m 13"/>
          <p:cNvPicPr/>
          <p:nvPr/>
        </p:nvPicPr>
        <p:blipFill>
          <a:blip r:embed="rId1"/>
          <a:stretch/>
        </p:blipFill>
        <p:spPr>
          <a:xfrm>
            <a:off x="106920" y="12026520"/>
            <a:ext cx="9385920" cy="62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CaixaDeTexto 14"/>
          <p:cNvSpPr/>
          <p:nvPr/>
        </p:nvSpPr>
        <p:spPr>
          <a:xfrm>
            <a:off x="2812680" y="12119760"/>
            <a:ext cx="2962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10753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Técnico em Desenvolvimento de Sistemas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CaixaDeTexto 15"/>
          <p:cNvSpPr/>
          <p:nvPr/>
        </p:nvSpPr>
        <p:spPr>
          <a:xfrm>
            <a:off x="3902040" y="12319920"/>
            <a:ext cx="783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1075320">
              <a:lnSpc>
                <a:spcPct val="100000"/>
              </a:lnSpc>
            </a:pPr>
            <a:r>
              <a:rPr lang="pt-BR" sz="1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Dez/2023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"/>
          <p:cNvPicPr/>
          <p:nvPr/>
        </p:nvPicPr>
        <p:blipFill>
          <a:blip r:embed="rId2"/>
          <a:stretch/>
        </p:blipFill>
        <p:spPr>
          <a:xfrm>
            <a:off x="0" y="1800000"/>
            <a:ext cx="9600480" cy="666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"/>
          <p:cNvPicPr/>
          <p:nvPr/>
        </p:nvPicPr>
        <p:blipFill>
          <a:blip r:embed="rId3"/>
          <a:stretch/>
        </p:blipFill>
        <p:spPr>
          <a:xfrm>
            <a:off x="3085560" y="8665920"/>
            <a:ext cx="2854080" cy="2854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2025-11-04T09:54:35Z</dcterms:created>
  <dc:creator>EtecVAV</dc:creator>
  <dc:description/>
  <dc:language>pt-BR</dc:language>
  <cp:lastModifiedBy/>
  <dcterms:modified xsi:type="dcterms:W3CDTF">2026-09-20T20:38:36Z</dcterms:modified>
  <cp:revision>9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Papel A3 (297 x 420 mm)</vt:lpwstr>
  </property>
  <property fmtid="{D5CDD505-2E9C-101B-9397-08002B2CF9AE}" pid="3" name="Slides">
    <vt:r8>1</vt:r8>
  </property>
</Properties>
</file>